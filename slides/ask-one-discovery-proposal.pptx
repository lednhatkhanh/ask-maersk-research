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ONE is a proposed customer experience. Formal discovery has not started.
The request is approval for discovery only. All later dates are rough estimates to reassess after a bounded proof of concept.
Sources: PLAN.md, Goal and Decisions already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journey is a hypothesis to investigate, not a measured finding about ONE customers.
Compare task success and time to useful guidance with ordinary search and curated help.
Sources: PLAN.md, Opportunity and Expected value; docs/plan.md, proposal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Preserve the boundary between public document guidance and future authorized live data.
No real source URL or shipping instruction has been fabricated. The example source name is conceptual.
Sources: PLAN.md, proposed customer experience and confirmed MVP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Dated observations, not a current audit of Ask Maersk.
Sources: reports/maersk-research-2026-08-31.md.
CONTEXT-001 and KNOWLEDGE-001/002 show topic explanations and related content.
SCHEDULE-003 supplies service-referral evidence. Incomplete captures can reflect recorder limitations or application behavior.
Generated report implications referring to Ask ONE are not evidence of an Ask ONE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also assesses Drupal synchronization and the minimum content-review capability, including source status, approval, update/removal handling and review history.
Security requirements and representative evaluation questions start during discovery.
The permission needed to use the sample for development and evaluation must exist before the PoC starts.
Source: PLAN.md, Goal, Confirmed MVP boundaries and Rough nine-month delivery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user-approved planning hypothesis, not a vendor estimate or delivery commitment.
The PoC is provisionally placed in Month 2. Its scope and duration must be confirmed during discovery.
A manager demo does not establish pilot readiness. The next slide explains the separate readiness reviews.
Stabilization is planned work, not a full month of contingency.
Source: PLAN.md, Rough nine-month delivery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PO/PPO is the product role naming used in this initiative. This slide includes only the specifically requested product/content collaboration dependency.
Proposed content approval dates are to be agreed, not commitments already received.
Permitted samples can support illustrative demos, but do not prove production content readiness.
Before the pilot, agree audience, duration and minimum evidence. Define initial criteria during discovery and finalize thresholds before formal readiness testing.
Sources: PLAN.md, Critical timeline risk and Pilot and production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for reading, not a committed release sequence.
An eCommerce API integration is distinct from permission to access account-specific information. Signed-in status alone is insufficient to grant record access.
Future features do not enter the MVP backlog automatically.
Source: PLAN.md, Potential extensions after the first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ROI means return on investment. No monetary estimate is available.
Do not infer support deflection from helpfulness or source clicks alone. Cost per successful answer needs an agreed success definition and cost boundary.
Cost assessment should distinguish incremental AI consumption from existing platform costs, while making content and operating effort visible in the later investment case.
Sources: PLAN.md, Expected value; docs/plan.md, KPI and success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immediate ask is approval for discovery only. The full delivery estimate does not imply approval of the complete implementation.
At the discovery review, present an initial MVP scope and a bounded PoC proposal. Reassess build scope and delivery estimates after the PoC.
Source: PLAN.md, Goal and immediate approval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Technical slides distinguish proposed requirements, candidate components and later production validation.
Source: PLAN.md, Technical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GKE hosts application workloads; managed Gemini inference is separate from the cluster. RAG supplies context but does not guarantee correctness.
Cloud SQL/pgvector is a feasibility option, not a final architecture decision. Region, access, capacity and networking remain to validate.
The proposed dataflow reuses the existing reference diagram, with future APIs explicitly outside the initial MVP.
Sources: PLAN.md; docs/plan.md, architecture;
https://cloud.google.com/kubernetes-engine/docs/concepts/kubernetes-engine-overview
https://cloud.google.com/vertex-ai/generative-ai/docs/overview
https://cloud.google.com/use-cases/retrieval-augmented-generation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permission and permission to expose content to end users are separate decisions.
Evaluate CMS body fields, structured blocks, attachments and relationships rather than indiscriminately indexing page markup.
Documents, PDFs, tables and scans need extraction-specific checks. Public publication alone does not establish eligibility for reuse.
Store source lineage, audience, language and effective/version dates as appropriate. Deletion must propagate to retrieval and caches.
Sources: PLAN.md, Confirmed MVP boundaries; docs/plan.md, content readiness and continuous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minimum content-review capability is in scope. A bespoke Hub is conditional on discovery and PoC findings.
Production connectors, identity for administrative actions and operational release control require later implementation.
User feedback does not automatically publish content or train the model.
Source: PLAN.md, Confirmed MVP boundaries and Technical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deployed controls are claimed. Model Armor screening complements application authorization and source eligibility.
For direct screening calls, the application must enforce the verdict. Screening cannot guarantee that every attack is detected.
Public MVP traffic does not require end-user login; administration does require appropriate authentication and authorization. Future authenticated customer features are separate scope.
Source: https://docs.cloud.google.com/model-armor/overview
Internal sources: PLAN.md; docs/plan.md, guardrails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test specification, not a passing result. No numeric thresholds or sample sizes are invented.
Ragas faithfulness measures consistency with retrieved context, not independent factual truth. A source can be wrong even when the answer repeats it faithfully.
Evaluation costs, repeated-run variability, false positives, dataset review and versioning require consideration.
Sources: PLAN.md, Pilot and production gates;
https://docs.ragas.io/en/stable/concepts/metrics/available_metrics/faithfulness/
https://docs.cloud.google.com/vertex-ai/generative-ai/docs/models/evaluate-judge-model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IDs identify processing events and supporting evidence, not hidden model reasoning.
Avoid logging raw customer questions, documents or sensitive responses by default. Define access, sampling, retention and deletion rules.
Budget alerts notify; enforcement requires application limits. Cache hits and fallback must preserve source eligibility, versions and deletion requirements.
Use available platform observability where suitable. No existing Ask ONE deployment or measured operating costs are asserted.
Sources: PLAN.md; docs/plan.md, caching, evaluation and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diagram retained with embedded editable draw.io source.
Future live APIs are outside the current MVP and have no delivery commitment. GKE hosts the app; Vertex AI supplies managed inference.
Cloud SQL/pgvector, screening and storage configuration remain candidate choices.
Sources: PLAN.md; docs/plan.md, architecture.
Icon sources: https://cloud.google.com/icons and https://simpleicons.org/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diagram retained with embedded editable draw.io source. The application enforces access and screening verdicts.
Authorization includes source eligibility and protected administration. Customer-account access remains outside the first MVP.
Source: https://docs.cloud.google.com/model-armor/overview
Internal source: docs/plan.md, guardrails and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diagram retained with embedded editable draw.io source.
Reviewed test questions and their version history are conceptual requirements. No dataset size, passed quality score or fixed release sequence is claimed.
Feedback returns through owner review and evaluation. It does not automatically publish new guidance.
Sources: PLAN.md; docs/plan.md, continuous improvement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 ONE: answers from trusted ONE guidance</dc:title>
  <dc:subject>Proposal for one month of discovery. A rough delivery estimate and technical concepts support a later PoC decision.
</dc:subject>
  <dc:creator>ONE</dc:creator>
  <cp:lastModifiedBy>ONE</cp:lastModifiedBy>
  <cp:revision>1</cp:revision>
  <dcterms:created xsi:type="dcterms:W3CDTF">2026-09-12T13:59:48Z</dcterms:created>
  <dcterms:modified xsi:type="dcterms:W3CDTF">2026-09-12T13:59:48Z</dcterms:modified>
</cp:coreProperties>
</file>